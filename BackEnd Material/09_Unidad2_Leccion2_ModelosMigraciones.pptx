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94560" cy="5143500"/>
          </a:xfrm>
          <a:prstGeom prst="rect">
            <a:avLst/>
          </a:prstGeom>
          <a:solidFill>
            <a:srgbClr val="D40202"/>
          </a:solidFill>
          <a:ln w="12700">
            <a:solidFill>
              <a:srgbClr val="D4020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2743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TECNOLOGÍAS 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INFORMACIÓN 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CIBERSEGURIDAD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37160" y="1051560"/>
            <a:ext cx="164592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pic>
        <p:nvPicPr>
          <p:cNvPr id="5" name="Image 0" descr="/tmp/claude-0/-home-claude/d9959c79-d355-512f-a8e6-dec15c8d654b/scratchpad/clase9_ppt/assets/logo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1188720"/>
            <a:ext cx="1554480" cy="420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468880" y="1691640"/>
            <a:ext cx="6400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Modelos de Django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y migraciones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2514600" y="324612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TI3041 · Programación Back End  ·  Unidad 2 · Clase 9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2514600" y="361188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models.Model  ·  makemigrations  ·  migrate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514600" y="4526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Franco Morales Castro</a:t>
            </a:r>
            <a:endParaRPr lang="en-US" sz="1200" dirty="0"/>
          </a:p>
        </p:txBody>
      </p:sp>
      <p:pic>
        <p:nvPicPr>
          <p:cNvPr id="10" name="Image 1" descr="/tmp/claude-0/-home-claude/d9959c79-d355-512f-a8e6-dec15c8d654b/scratchpad/clase9_ppt/assets/logo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4754880"/>
            <a:ext cx="105156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¿Dónde quedamos?</a:t>
            </a:r>
            <a:endParaRPr lang="en-US" sz="2400" dirty="0"/>
          </a:p>
        </p:txBody>
      </p:sp>
      <p:pic>
        <p:nvPicPr>
          <p:cNvPr id="3" name="Image 0" descr="/tmp/claude-0/-home-claude/d9959c79-d355-512f-a8e6-dec15c8d654b/scratchpad/clase9_ppt/assets/log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4754880"/>
            <a:ext cx="1051560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0515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Unidad 1 (Clase 5)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1463040"/>
            <a:ext cx="3931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Proyecto en Python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instancias en memoria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pierden al reiniciar el servidor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4572000" y="1051560"/>
            <a:ext cx="0" cy="2194560"/>
          </a:xfrm>
          <a:prstGeom prst="line">
            <a:avLst/>
          </a:prstGeom>
          <a:noFill/>
          <a:ln w="12700">
            <a:solidFill>
              <a:srgbClr val="D4020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754880" y="10515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Clase 8 (la semana pasada)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754880" y="1463040"/>
            <a:ext cx="3931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conectado a MySQL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manage.py migrate ya corrió (tablas internas de Django)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Todavía sin tablas propias del proyecto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57200" y="3383280"/>
            <a:ext cx="8229600" cy="1051560"/>
          </a:xfrm>
          <a:prstGeom prst="rect">
            <a:avLst/>
          </a:prstGeom>
          <a:solidFill>
            <a:srgbClr val="FFF5F5"/>
          </a:solidFill>
          <a:ln w="9525">
            <a:solidFill>
              <a:srgbClr val="D4020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3429000"/>
            <a:ext cx="7955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0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Hoy: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clase Proyecto de la Unidad 1 se convierte en un modelo real de Django, y Django crea la tabla correspondiente en MySQL por nosotros.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De clase Python a modelo de Django</a:t>
            </a:r>
            <a:endParaRPr lang="en-US" sz="2400" dirty="0"/>
          </a:p>
        </p:txBody>
      </p:sp>
      <p:pic>
        <p:nvPicPr>
          <p:cNvPr id="3" name="Image 0" descr="/tmp/claude-0/-home-claude/d9959c79-d355-512f-a8e6-dec15c8d654b/scratchpad/clase9_ppt/assets/log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4754880"/>
            <a:ext cx="1051560" cy="283464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modelos_estaticos.py (Unidad 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020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models.Model (Unidad 2)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020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class Proyecto: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class Proyecto(models.Model):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def __init__(self, id, titulo, ...)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Campos declarados: CharField, TextField, ...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Lista de instancias en memoria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Filas guardadas en una tabla MySQL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 pierden al reiniciar el servidor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Persisten en la base de datos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portfolio/models.py</a:t>
            </a:r>
            <a:endParaRPr lang="en-US" sz="2400" dirty="0"/>
          </a:p>
        </p:txBody>
      </p:sp>
      <p:pic>
        <p:nvPicPr>
          <p:cNvPr id="3" name="Image 0" descr="/tmp/claude-0/-home-claude/d9959c79-d355-512f-a8e6-dec15c8d654b/scratchpad/clase9_ppt/assets/log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4754880"/>
            <a:ext cx="1051560" cy="28346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234440"/>
            <a:ext cx="8229600" cy="324612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5" name="Text 2"/>
          <p:cNvSpPr/>
          <p:nvPr/>
        </p:nvSpPr>
        <p:spPr>
          <a:xfrm>
            <a:off x="594360" y="1325880"/>
            <a:ext cx="795528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django.db import models</a:t>
            </a:r>
            <a:endParaRPr lang="en-US" sz="1400" dirty="0"/>
          </a:p>
          <a:p>
            <a:pPr algn="l" indent="0" marL="0">
              <a:lnSpc>
                <a:spcPct val="110000"/>
              </a:lnSpc>
              <a:buNone/>
            </a:pPr>
            <a:endParaRPr lang="en-US" sz="1400" dirty="0"/>
          </a:p>
          <a:p>
            <a:pPr algn="l" indent="0" marL="0">
              <a:lnSpc>
                <a:spcPct val="110000"/>
              </a:lnSpc>
              <a:buNone/>
            </a:pPr>
            <a:endParaRPr lang="en-US" sz="1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Proyecto(models.Model):</a:t>
            </a:r>
            <a:endParaRPr lang="en-US" sz="1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titulo = models.CharField(max_length=100)</a:t>
            </a:r>
            <a:endParaRPr lang="en-US" sz="1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descripcion = models.TextField()</a:t>
            </a:r>
            <a:endParaRPr lang="en-US" sz="1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tecnologia = models.CharField(max_length=100)</a:t>
            </a:r>
            <a:endParaRPr lang="en-US" sz="1400" dirty="0"/>
          </a:p>
          <a:p>
            <a:pPr algn="l" indent="0" marL="0">
              <a:lnSpc>
                <a:spcPct val="110000"/>
              </a:lnSpc>
              <a:buNone/>
            </a:pPr>
            <a:endParaRPr lang="en-US" sz="1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__str__(self):</a:t>
            </a:r>
            <a:endParaRPr lang="en-US" sz="1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self.titulo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Tipos de campo y el id automático</a:t>
            </a:r>
            <a:endParaRPr lang="en-US" sz="2400" dirty="0"/>
          </a:p>
        </p:txBody>
      </p:sp>
      <p:pic>
        <p:nvPicPr>
          <p:cNvPr id="3" name="Image 0" descr="/tmp/claude-0/-home-claude/d9959c79-d355-512f-a8e6-dec15c8d654b/scratchpad/clase9_ppt/assets/log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4754880"/>
            <a:ext cx="1051560" cy="283464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926080"/>
                <a:gridCol w="36576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020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020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guarda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020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BigAutoField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Clave primaria — la crea Django solo, no se declara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titulo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CharField(max_length=100)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Texto corto, con largo máximo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descripcion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TextField()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Texto largo, sin límite fijo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tecnologia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CharField(max_length=100)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Texto corto, con largo máximo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solidFill>
            <a:srgbClr val="FFF5F5"/>
          </a:solidFill>
          <a:ln w="9525">
            <a:solidFill>
              <a:srgbClr val="D40202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94360" y="42062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020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CharField </a:t>
            </a:r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necesita max_length. </a:t>
            </a:r>
            <a:pPr indent="0" marL="0">
              <a:buNone/>
            </a:pPr>
            <a:r>
              <a:rPr lang="en-US" sz="1250" b="1" dirty="0">
                <a:solidFill>
                  <a:srgbClr val="D4020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TextField </a:t>
            </a:r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Paso 1 · makemigrations</a:t>
            </a:r>
            <a:endParaRPr lang="en-US" sz="2400" dirty="0"/>
          </a:p>
        </p:txBody>
      </p:sp>
      <p:pic>
        <p:nvPicPr>
          <p:cNvPr id="3" name="Image 0" descr="/tmp/claude-0/-home-claude/d9959c79-d355-512f-a8e6-dec15c8d654b/scratchpad/clase9_ppt/assets/log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4754880"/>
            <a:ext cx="1051560" cy="28346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234440"/>
            <a:ext cx="8229600" cy="155448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5" name="Text 2"/>
          <p:cNvSpPr/>
          <p:nvPr/>
        </p:nvSpPr>
        <p:spPr>
          <a:xfrm>
            <a:off x="594360" y="1325880"/>
            <a:ext cx="7955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manage.py makemigrations portfolio</a:t>
            </a:r>
            <a:endParaRPr lang="en-US" sz="1400" dirty="0"/>
          </a:p>
          <a:p>
            <a:pPr algn="l" indent="0" marL="0">
              <a:lnSpc>
                <a:spcPct val="110000"/>
              </a:lnSpc>
              <a:buNone/>
            </a:pPr>
            <a:endParaRPr lang="en-US" sz="1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Migrations for 'portfolio':</a:t>
            </a:r>
            <a:endParaRPr lang="en-US" sz="1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portfolio/migrations/0001_initial.py</a:t>
            </a:r>
            <a:endParaRPr lang="en-US" sz="1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Create model Proyecto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2971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Todavía NO toca la base de datos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333756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–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los modelos actuales con el estado anterior (no había ninguno).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–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un archivo de migración: la "receta" de los cambios a aplicar.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–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archivo se versiona junto con el código (se sube al repositorio).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Paso 2 · migrate</a:t>
            </a:r>
            <a:endParaRPr lang="en-US" sz="2400" dirty="0"/>
          </a:p>
        </p:txBody>
      </p:sp>
      <p:pic>
        <p:nvPicPr>
          <p:cNvPr id="3" name="Image 0" descr="/tmp/claude-0/-home-claude/d9959c79-d355-512f-a8e6-dec15c8d654b/scratchpad/clase9_ppt/assets/log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4754880"/>
            <a:ext cx="1051560" cy="28346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234440"/>
            <a:ext cx="8229600" cy="178308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5" name="Text 2"/>
          <p:cNvSpPr/>
          <p:nvPr/>
        </p:nvSpPr>
        <p:spPr>
          <a:xfrm>
            <a:off x="594360" y="1325880"/>
            <a:ext cx="79552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manage.py migrate</a:t>
            </a:r>
            <a:endParaRPr lang="en-US" sz="1350" dirty="0"/>
          </a:p>
          <a:p>
            <a:pPr algn="l" indent="0" marL="0">
              <a:lnSpc>
                <a:spcPct val="110000"/>
              </a:lnSpc>
              <a:buNone/>
            </a:pPr>
            <a:endParaRPr lang="en-US" sz="13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Operations to perform:</a:t>
            </a:r>
            <a:endParaRPr lang="en-US" sz="13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Apply all migrations: admin, auth, ..., portfolio</a:t>
            </a:r>
            <a:endParaRPr lang="en-US" sz="13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Running migrations:</a:t>
            </a:r>
            <a:endParaRPr lang="en-US" sz="13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Applying portfolio.0001_initial... OK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457200" y="3246120"/>
            <a:ext cx="8229600" cy="1234440"/>
          </a:xfrm>
          <a:prstGeom prst="rect">
            <a:avLst/>
          </a:prstGeom>
          <a:solidFill>
            <a:srgbClr val="FFF5F5"/>
          </a:solidFill>
          <a:ln w="9525">
            <a:solidFill>
              <a:srgbClr val="D4020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32918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020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makemigrations 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la receta. </a:t>
            </a:r>
            <a:pPr indent="0" marL="0">
              <a:buNone/>
            </a:pPr>
            <a:r>
              <a:rPr lang="en-US" sz="1600" b="1" dirty="0">
                <a:solidFill>
                  <a:srgbClr val="D4020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migrate 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cocina.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94360" y="3794760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Checkpoint: en MySQL Workbench debe aparecer la tabla portfolio_proyecto dentro de miempresa2_db, con columnas id, titulo, descripcion, tecnologia.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Si migrate falla: disk I/O error</a:t>
            </a:r>
            <a:endParaRPr lang="en-US" sz="2400" dirty="0"/>
          </a:p>
        </p:txBody>
      </p:sp>
      <p:pic>
        <p:nvPicPr>
          <p:cNvPr id="3" name="Image 0" descr="/tmp/claude-0/-home-claude/d9959c79-d355-512f-a8e6-dec15c8d654b/scratchpad/clase9_ppt/assets/log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4754880"/>
            <a:ext cx="1051560" cy="28346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65760" y="1051560"/>
            <a:ext cx="8412480" cy="3383280"/>
          </a:xfrm>
          <a:prstGeom prst="rect">
            <a:avLst/>
          </a:prstGeom>
          <a:solidFill>
            <a:srgbClr val="FFF5F5"/>
          </a:solidFill>
          <a:ln w="12700">
            <a:solidFill>
              <a:srgbClr val="D4020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12344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⚠ Error frecuente en carpetas sincronizadas (OneDrive/Drive/Dropbox)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1783080"/>
            <a:ext cx="80467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SQLite, el servicio de sincronización puede bloquear db.sqlite3 mientras Django escribe → 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4020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sqlite3.OperationalError: disk I/O error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la conexión a MySQL de la Clase 8 ya configurada, esto no debería pasar: la base de datos vive en el servidor MySQL, no en un archivo local.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aparece igual: revisar primero que settings.py apunte realmente a MySQL y no haya quedado con la configuración de SQLite por defecto.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Actividad práctica guiada</a:t>
            </a:r>
            <a:endParaRPr lang="en-US" sz="2400" dirty="0"/>
          </a:p>
        </p:txBody>
      </p:sp>
      <p:pic>
        <p:nvPicPr>
          <p:cNvPr id="3" name="Image 0" descr="/tmp/claude-0/-home-claude/d9959c79-d355-512f-a8e6-dec15c8d654b/scratchpad/clase9_ppt/assets/log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4754880"/>
            <a:ext cx="1051560" cy="28346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65760" y="1005840"/>
            <a:ext cx="8412480" cy="3566160"/>
          </a:xfrm>
          <a:prstGeom prst="rect">
            <a:avLst/>
          </a:prstGeom>
          <a:solidFill>
            <a:srgbClr val="FFF5F5"/>
          </a:solidFill>
          <a:ln w="12700">
            <a:solidFill>
              <a:srgbClr val="D4020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1143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⚙ Actividad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320040" cy="320040"/>
          </a:xfrm>
          <a:prstGeom prst="rect">
            <a:avLst/>
          </a:prstGeom>
          <a:solidFill>
            <a:srgbClr val="D40202"/>
          </a:solidFill>
          <a:ln w="12700">
            <a:solidFill>
              <a:srgbClr val="D4020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1691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05840" y="164592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el modelo Proyecto ya creado en portfolio/models.py.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350008"/>
            <a:ext cx="320040" cy="320040"/>
          </a:xfrm>
          <a:prstGeom prst="rect">
            <a:avLst/>
          </a:prstGeom>
          <a:solidFill>
            <a:srgbClr val="D40202"/>
          </a:solidFill>
          <a:ln w="12700">
            <a:solidFill>
              <a:srgbClr val="D4020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23500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05840" y="2304288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Correr python manage.py makemigrations portfolio y leer el archivo generado.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3008376"/>
            <a:ext cx="320040" cy="320040"/>
          </a:xfrm>
          <a:prstGeom prst="rect">
            <a:avLst/>
          </a:prstGeom>
          <a:solidFill>
            <a:srgbClr val="D40202"/>
          </a:solidFill>
          <a:ln w="12700">
            <a:solidFill>
              <a:srgbClr val="D4020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300837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005840" y="2962656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Correr python manage.py migrate y verificar la tabla portfolio_proyecto en MySQL Workbench.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48640" y="3666744"/>
            <a:ext cx="320040" cy="320040"/>
          </a:xfrm>
          <a:prstGeom prst="rect">
            <a:avLst/>
          </a:prstGeom>
          <a:solidFill>
            <a:srgbClr val="D40202"/>
          </a:solidFill>
          <a:ln w="12700">
            <a:solidFill>
              <a:srgbClr val="D4020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36667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005840" y="3621024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Extra: agregar un campo nuevo al modelo (ej. año como IntegerField) y repetir makemigrations/migrate para ver la migración incremental.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D402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Ya tenemos una tabla propia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en la base de datos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26060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clase: Django Admin — gestionar esos datos desde un panel web, sin escribir SQL a mano.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35661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TI3041 · Programación Back End</a:t>
            </a:r>
            <a:endParaRPr lang="en-US" sz="1300" dirty="0"/>
          </a:p>
        </p:txBody>
      </p:sp>
      <p:pic>
        <p:nvPicPr>
          <p:cNvPr id="5" name="Image 0" descr="/tmp/claude-0/-home-claude/d9959c79-d355-512f-a8e6-dec15c8d654b/scratchpad/clase9_ppt/assets/logo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4434840"/>
            <a:ext cx="1554480" cy="42062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2026-09-07T03:00:09Z</dcterms:created>
  <dcterms:modified xsi:type="dcterms:W3CDTF">2026-09-07T03:00:09Z</dcterms:modified>
</cp:coreProperties>
</file>