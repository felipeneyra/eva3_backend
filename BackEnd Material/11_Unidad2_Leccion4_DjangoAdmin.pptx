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TECNOLOGÍAS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INFORMACIÓN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CIBERSEGURIDAD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" y="1051560"/>
            <a:ext cx="1645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clase11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88720"/>
            <a:ext cx="15544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6002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Django Admin: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registro y gestión de datos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514600" y="32461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TI3041 · Programación Back End · Unidad 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146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Franco Morales Castro</a:t>
            </a:r>
            <a:endParaRPr lang="en-US" sz="1200" dirty="0"/>
          </a:p>
        </p:txBody>
      </p:sp>
      <p:pic>
        <p:nvPicPr>
          <p:cNvPr id="9" name="Image 1" descr="/home/claude/clase11/assets/log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¿Qué nos falta hasta ahora?</a:t>
            </a:r>
            <a:endParaRPr lang="en-US" sz="2400" dirty="0"/>
          </a:p>
        </p:txBody>
      </p:sp>
      <p:pic>
        <p:nvPicPr>
          <p:cNvPr id="3" name="Image 0" descr="/home/claude/clase11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118872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la Clase 10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tenemos modelos reales (Proyecto, Categoria, Tecnologia), migrados a MySQL, con relaciones 1:N y N:M — pero cada dato se crea, edita o consulta escribiendo código en python manage.py shell.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El problema: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el docente ni un futuro cliente van a gestionar datos escribiendo código en una consola.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framework backend serio trae (o permite construir) un panel administrativo para gestionar datos sin programar cada operación desde cero.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trae uno incluido de fábrica: Django Admin.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registrar nuestros modelos en el panel y usarlo para altas y modificaciones reales.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Activar el panel de administración</a:t>
            </a:r>
            <a:endParaRPr lang="en-US" sz="2400" dirty="0"/>
          </a:p>
        </p:txBody>
      </p:sp>
      <p:pic>
        <p:nvPicPr>
          <p:cNvPr id="3" name="Image 0" descr="/home/claude/clase11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 ya viene instalado por defecto (app "django.contrib.admin" en INSTALLED_APPS). Solo falta: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8229600" cy="28346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801368"/>
            <a:ext cx="795528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Crear un superusuario (una sola vez por proyecto)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createsuperuser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admin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address: admin@ejemplo.com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********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Levantar el servidor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runserver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Entrar en el navegador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http://127.0.0.1:8000/admin/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debe aparecer la pantalla de login del Admin, y luego el panel con "Grupos" y "Usuarios" ya registrados por Django.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Registrar nuestros modelos</a:t>
            </a:r>
            <a:endParaRPr lang="en-US" sz="2400" dirty="0"/>
          </a:p>
        </p:txBody>
      </p:sp>
      <p:pic>
        <p:nvPicPr>
          <p:cNvPr id="3" name="Image 0" descr="/home/claude/clase11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portfolio/admin.py — sin esto, el panel no muestra ningún modelo propio: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8229600" cy="1737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709928"/>
            <a:ext cx="795528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django.contrib import admin</a:t>
            </a:r>
            <a:endParaRPr lang="en-US" sz="15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.models import Categoria, Tecnologia, Proyecto</a:t>
            </a:r>
            <a:endParaRPr lang="en-US" sz="1500" dirty="0"/>
          </a:p>
          <a:p>
            <a:pPr algn="l" indent="0" marL="0">
              <a:lnSpc>
                <a:spcPts val="1600"/>
              </a:lnSpc>
              <a:buNone/>
            </a:pPr>
            <a:endParaRPr lang="en-US" sz="15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admin.site.register(Categoria)</a:t>
            </a:r>
            <a:endParaRPr lang="en-US" sz="15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admin.site.register(Tecnologia)</a:t>
            </a:r>
            <a:endParaRPr lang="en-US" sz="15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admin.site.register(Proyecto)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6118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admin.site.register(Modelo) es la línea mínima para que un modelo aparezca en el panel — recién ahí Django genera automáticamente los formularios de alta, edición y listado para esa tabla.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Personalizar el panel: ModelAdmin</a:t>
            </a:r>
            <a:endParaRPr lang="en-US" sz="2400" dirty="0"/>
          </a:p>
        </p:txBody>
      </p:sp>
      <p:pic>
        <p:nvPicPr>
          <p:cNvPr id="3" name="Image 0" descr="/home/claude/clase11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básico ya sirve, pero el listado por defecto solo muestra __str__(). Para un panel más útil: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755648"/>
            <a:ext cx="795528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ProyectoAdmin(admin.ModelAdmin):</a:t>
            </a:r>
            <a:endParaRPr lang="en-US" sz="14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list_display = ('titulo', 'categoria')</a:t>
            </a:r>
            <a:endParaRPr lang="en-US" sz="14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list_filter = ('categoria', 'tecnologias')</a:t>
            </a:r>
            <a:endParaRPr lang="en-US" sz="14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search_fields = ('titulo', 'descripcion')</a:t>
            </a:r>
            <a:endParaRPr lang="en-US" sz="1450" dirty="0"/>
          </a:p>
          <a:p>
            <a:pPr algn="l" indent="0" marL="0">
              <a:lnSpc>
                <a:spcPts val="1600"/>
              </a:lnSpc>
              <a:buNone/>
            </a:pPr>
            <a:endParaRPr lang="en-US" sz="14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admin.site.register(Proyecto, ProyectoAdmin)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list_display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columnas visibles en el listado (en vez de solo el título).
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list_filter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agrega filtros laterales (por categoría, por tecnología).
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search_fields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agrega una barra de búsqueda sobre esos campos.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Gestión real de datos desde el panel</a:t>
            </a:r>
            <a:endParaRPr lang="en-US" sz="2400" dirty="0"/>
          </a:p>
        </p:txBody>
      </p:sp>
      <p:pic>
        <p:nvPicPr>
          <p:cNvPr id="3" name="Image 0" descr="/home/claude/clase11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3 modelos registrados, ya se puede reemplazar el manage.py shell por el navegador: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(Add): botón "Añadir" en cada modelo → formulario generado automáticamente a partir de los campos definidos en models.py.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(Change): clic en cualquier fila del listado → mismo formulario, precargado con los datos existentes.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(Delete): checkbox + acción masiva "Eliminar seleccionados", o botón individual dentro del formulario.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relaciones (categoria, tecnologias) aparecen como selector/lista — no hace falta escribir IDs a mano.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vivo: crear 1 Categoría, 2 Tecnologías y 1 Proyecto nuevo, todo desde el panel (sin shell).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Relaciones en el formulario del Admin</a:t>
            </a:r>
            <a:endParaRPr lang="en-US" sz="2400" dirty="0"/>
          </a:p>
        </p:txBody>
      </p:sp>
      <p:pic>
        <p:nvPicPr>
          <p:cNvPr id="3" name="Image 0" descr="/home/claude/clase11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ForeignKey (Proyecto → Categoria)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65760" y="141732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como un selector desplegable (una sola opción posible).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categoria tiene null=True, blank=True, el panel deja la opción "---------" para no asignar ninguna.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480560" y="1051560"/>
            <a:ext cx="0" cy="3474720"/>
          </a:xfrm>
          <a:prstGeom prst="line">
            <a:avLst/>
          </a:prstGeom>
          <a:noFill/>
          <a:ln w="12700">
            <a:solidFill>
              <a:srgbClr val="D402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6344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ManyToMany (Proyecto ↔ Tecnologia)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63440" y="141732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como una lista de selección múltiple (dos cuadros: disponibles / elegidas).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marcar más de una tecnología a la vez — el Admin actualiza la tabla intermedia solo.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9776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no reemplaza el ORM: sigue siendo el mismo modelo de datos, solo que ahora hay una interfaz visual encima.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Actividad práctica</a:t>
            </a:r>
            <a:endParaRPr lang="en-US" sz="2400" dirty="0"/>
          </a:p>
        </p:txBody>
      </p:sp>
      <p:pic>
        <p:nvPicPr>
          <p:cNvPr id="3" name="Image 0" descr="/home/claude/clase11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FFF5F5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Actividad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Categoria, Tecnologia y Proyecto en admin.py (registro básico).
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clase ProyectoAdmin con list_display, list_filter y search_fields.
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panel: crear 2 categorías, 3 tecnologías y 2 proyectos propios, relacionándolos.
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uno de esos proyectos desde el Admin (cambiar categoría o agregar una tecnología).
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list_display y list_filter también a CategoriaAdmin y TecnologiaAdmin.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4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¿Preguntas?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Admin: registro y gestión de datos  ·  TI3041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checklist de requisitos para la Evaluación Sumativa 2 (Django Admin, 25%).</a:t>
            </a:r>
            <a:endParaRPr lang="en-US" sz="1300" dirty="0"/>
          </a:p>
        </p:txBody>
      </p:sp>
      <p:pic>
        <p:nvPicPr>
          <p:cNvPr id="5" name="Image 0" descr="/home/claude/clase11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480560"/>
            <a:ext cx="1554480" cy="420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2026-09-14T11:48:54Z</dcterms:created>
  <dcterms:modified xsi:type="dcterms:W3CDTF">2026-09-14T11:48:54Z</dcterms:modified>
</cp:coreProperties>
</file>