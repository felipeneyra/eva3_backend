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inacap_clases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7373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CONTENIDO ESTÁTICO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Y DISEÑO 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DJANGO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Clase 4 · Criterio 1.1.3 — Codifica instrucciones utilizando paquetes externos, según requerimientos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</a:t>
            </a:r>
            <a:endParaRPr lang="en-US" sz="1200" dirty="0"/>
          </a:p>
        </p:txBody>
      </p:sp>
      <p:pic>
        <p:nvPicPr>
          <p:cNvPr id="9" name="Image 1" descr="/home/claude/inacap_clases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¿Dónde estábamos parados?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sabemos enviar datos desde la vista al template con render() y contexto, y navegar entre páginas con {% url %}. Pero el portfolio sigue sin CSS, imágenes ni un diseño real.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Lo que ya funciona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con contexto dinámico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con parámetros (&lt;int:id&gt;)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generados con {% url %}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básica con portfolio_base.html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26280" y="2286000"/>
            <a:ext cx="0" cy="237744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Lo que falta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26517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CSS ni imágenes propias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sabemos "cargar" archivos estáticos en Django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usamos ningún paquete externo (ej. Bootstrap)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son los archivos estáticos?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archivos que Django no genera dinámicamente: CSS, JavaScript, imágenes, fuentes. Se guardan en una carpeta static/ dentro de la app y se sirven "tal cual" al navegador.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2194560"/>
            <a:ext cx="8229600" cy="2651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304288"/>
            <a:ext cx="795528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static/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portfolio/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├─ css/estilos.css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 img/logo.png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templates/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views.py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urls.py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Configuración: STATIC_URL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ya trae django.contrib.staticfiles en INSTALLED_APPS. Solo necesitamos definir el prefijo de URL para los estáticos en settings.py.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822960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938528"/>
            <a:ext cx="795528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STATIC_URL = 'static/'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Django busca automáticamente una carpeta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'static/' dentro de cada app instalada.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Cargar estáticos en la plantilla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template que use archivos estáticos hay que cargar la etiqueta {% load static %} y referenciarlos con {% static 'ruta' %}.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822960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938528"/>
            <a:ext cx="795528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portfolio_base.html --&gt;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load static %}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href="{% static 'portfolio/css/estilos.css' %}"&gt;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src="{% static 'portfolio/img/logo.png' %}" alt="Logo"&gt;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block content %}{% endblock %}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Herencia de templates: {% extends %} y {% block %}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Plantilla base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común: header, nav, footer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"huecos" con {% block nombre %}{% endblock %}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en todas las páginas del sitio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26280" y="1097280"/>
            <a:ext cx="0" cy="237744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Plantilla hija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{% extends "base.html" %}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Sobrescribe solo el contenido de cada bloque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repetir HTML en cada página (home, detalle, etc.)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6576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usan esto en miempresa2: home.html hereda de portfolio_base.html y sobrescribe {% block content %}.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Paquetes externos: diseño con Bootstrap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escribir todo el CSS a mano, podemos usar un paquete externo como Bootstrap, cargado directamente por CDN en la plantilla base. Esto cuenta como "usar paquetes externos" (criterio 1.1.3).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57200" y="2148840"/>
            <a:ext cx="822960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258568"/>
            <a:ext cx="795528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portfolio_base.html --&gt;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href="https://cdn.jsdelivr.net/npm/bootstrap@5.3.3/dist/css/bootstrap.min.css"&gt;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class="navbar navbar-expand navbar-dark bg-dark"&gt;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class="container mt-4"&gt;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content %}{% endblock %}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 guiada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43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Manos a la obra: vestir el portfolio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 la carpeta portfolio/static/portfolio/css/ y agrega un archivo estilos.css con al menos 3 reglas propias.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Carga {% load static %} en portfolio_base.html y enlaza tu CSS con {% static %}.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Agrega Bootstrap por CDN en el &lt;head&gt; de portfolio_base.html (o usa solo tu CSS, a elección).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Aplica clases o estilos a la navegación y a las tarjetas de proyecto para que el sitio se vea ordenado.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Verifica en el navegador que el diseño se aplique en home.html y en la página de detalle de la clase anterior.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Resumen de la clase</a:t>
            </a:r>
            <a:endParaRPr lang="en-US" sz="2400" dirty="0"/>
          </a:p>
        </p:txBody>
      </p:sp>
      <p:pic>
        <p:nvPicPr>
          <p:cNvPr id="3" name="Image 0" descr="/home/claude/inacap_clases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Puntos clave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estáticos (CSS, JS, imágenes) viven en la carpeta static/ de cada app.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STATIC_URL en settings.py define el prefijo de URL para servirlos.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load static %} + {% static 'ruta' %} permite referenciarlos desde cualquier template.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herencia de templates ({% extends %} / {% block %}) evita repetir HTML en cada página.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›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paquete externo como Bootstrap se puede integrar simplemente enlazando su CDN en la plantilla base.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2026-08-17T12:34:39Z</dcterms:created>
  <dcterms:modified xsi:type="dcterms:W3CDTF">2026-08-17T12:34:39Z</dcterms:modified>
</cp:coreProperties>
</file>