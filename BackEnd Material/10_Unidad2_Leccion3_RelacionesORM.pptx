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tmp/claude-0/-home-claude/d9959c79-d355-512f-a8e6-dec15c8d654b/scratchpad/clase10_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69164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Tablas relacionadas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y Django ORM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  ·  Unidad 2 · Clase 10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3611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 ·  ManyToManyField  ·  consultas con el 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Franco Morales Castro</a:t>
            </a:r>
            <a:endParaRPr lang="en-US" sz="1200" dirty="0"/>
          </a:p>
        </p:txBody>
      </p:sp>
      <p:pic>
        <p:nvPicPr>
          <p:cNvPr id="10" name="Image 1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problema tiene esto?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28016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Proyecto(models.Model):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 = models.CharField(max_length=100)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descripcion = models.TextField()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tecnologia = models.CharField(max_length=100)   # "Django", "django", "Python/Django"...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confiable de agrupar ("dame todos los proyectos con Django").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no puede tener varias tecnologías sin inventar un formato raro ("Python, Django, MySQL").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reutilizar ni corregir el nombre de una tecnología en un solo lugar.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0690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dato se repite y se relaciona con otros, no va como texto suelto — va como una tabla aparte, conectada a la nuestra.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Relación uno a muchos · ForeignKey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463040"/>
            <a:ext cx="2377440" cy="9144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"Desarrollo Web"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0" y="1051560"/>
            <a:ext cx="2926080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051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"Portfolio Django"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920240"/>
            <a:ext cx="2926080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920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 de Tareas"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0" y="1691640"/>
            <a:ext cx="1965960" cy="-30175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3108960" y="1874520"/>
            <a:ext cx="1965960" cy="38404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2" name="Text 9"/>
          <p:cNvSpPr/>
          <p:nvPr/>
        </p:nvSpPr>
        <p:spPr>
          <a:xfrm>
            <a:off x="7315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categoría → muchos proyectos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pertenece a UNA sola categoría; una categoría puede tener MUCHOS proyectos.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8404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 = models.ForeignKey(Categoria, on_delete=models.CASCADE, related_name='proyectos')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Modelo Categoria + relación en Proyecto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280160"/>
            <a:ext cx="795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Categoria(models.Model):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models.CharField(max_length=50)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self.nombre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Proyecto(models.Model):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 = models.ForeignKey(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Categoria, on_delete=models.CASCADE,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related_name='proyectos', null=True, blank=True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Relación muchos a muchos · ManyToManyField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2377440" cy="6400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88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"Portfolio Django"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377440" cy="6400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de Clima"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0" y="960120"/>
            <a:ext cx="2560320" cy="5486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0" y="1691640"/>
            <a:ext cx="2560320" cy="5486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"Django"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0" y="2423160"/>
            <a:ext cx="2560320" cy="5486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"JavaScript"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71800" y="1417320"/>
            <a:ext cx="2468880" cy="-1828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2971800" y="1463040"/>
            <a:ext cx="2468880" cy="50292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2971800" y="2331720"/>
            <a:ext cx="2468880" cy="-10515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2971800" y="2377440"/>
            <a:ext cx="2468880" cy="3200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8" name="Text 1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puede tener VARIAS tecnologías; una tecnología puede estar en VARIOS proyectos.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840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tecnologias = models.ManyToManyField(Tecnologia, related_name='proyectos', blank=True)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ForeignKey vs. ManyToManyField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ManyToManyField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a muchos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Muchos a muchos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¿Agrega columna en la tabla?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(categoria_id)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crea tabla intermedia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¿Necesita on_delete?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asigna al crear el objeto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(categoria=web)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se agrega después (.add())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Migrar los cambios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2148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280160"/>
            <a:ext cx="79552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makemigrations portfolio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 for 'portfolio':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0002_categoria_tecnologia_remove_proyecto_tecnologia_and_more.py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Create model Categoria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Create model Tecnologia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Remove field tecnologia from proyecto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Add field categoria to proyecto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Add field tecnologias to proyecto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6616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migrate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Checkpoint: en Workbench aparecen portfolio_categoria, portfolio_tecnologia y la tabla intermedia portfolio_proyecto_tecnologias.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Cargar datos · python manage.py shell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280160"/>
            <a:ext cx="795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portfolio.models import Categoria, Tecnologia, Proyecto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= Categoria.objects.create(nombre="Desarrollo Web")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python_tec = Tecnologia.objects.create(nombre="Python")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django_tec = Tecnologia.objects.create(nombre="Django")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Proyecto.objects.create(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titulo="Portfolio Django",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descripcion="Sitio personal con Django.",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categoria=web,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p1.tecnologias.add(python_tec, django_tec)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Consultar a través de las relaciones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280160"/>
            <a:ext cx="795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p1.categoria.nombre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'Desarrollo Web'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p1.tecnologias.all()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&lt;QuerySet [&lt;Tecnologia: Python&gt;, &lt;Tecnologia: Django&gt;]&gt;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web.proyectos.all()          # relación inversa (related_name)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&lt;QuerySet [&lt;Proyecto: Portfolio Django&gt;]&gt;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Proyecto.objects.filter(tecnologias__nombre="Python")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&lt;QuerySet [&lt;Proyecto: Portfolio Django&gt;]&gt;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 guiada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10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⚙ Actividad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los modelos Categoria y Tecnologia, y las relaciones en Proyecto.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makemigrations y migrate; verificar las tablas nuevas en MySQL Workbench.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008376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296265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shell, crear al menos 2 categorías, 3 tecnologías y 2 proyectos propios relacionados.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666744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05840" y="362102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3 consultas distintas: una directa, una inversa y una con filter() y doble guion bajo.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4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De un campo de texto suelto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 un modelo de datos relacional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Django Admin — gestionar estos mismos modelos y relaciones desde un panel web.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</a:t>
            </a:r>
            <a:endParaRPr lang="en-US" sz="1300" dirty="0"/>
          </a:p>
        </p:txBody>
      </p:sp>
      <p:pic>
        <p:nvPicPr>
          <p:cNvPr id="5" name="Image 0" descr="/tmp/claude-0/-home-claude/d9959c79-d355-512f-a8e6-dec15c8d654b/scratchpad/clase10_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43484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2026-09-08T13:13:32Z</dcterms:created>
  <dcterms:modified xsi:type="dcterms:W3CDTF">2026-09-08T13:13:32Z</dcterms:modified>
</cp:coreProperties>
</file>