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TECNOLOGÍAS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INFORMACIÓN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CIBERSEGURIDAD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7160" y="1051560"/>
            <a:ext cx="16459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inacap_clases/asse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188720"/>
            <a:ext cx="1554480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173736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PARÁMETROS DESDE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LA VISTA Y LINKS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ENTRE PÁGINAS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514600" y="324612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Clase 3 · Criterio 1.1.2 — Codifica instrucciones, estructuras y operadores, según requerimientos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1460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TI3041 · Programación Back End</a:t>
            </a:r>
            <a:endParaRPr lang="en-US" sz="1200" dirty="0"/>
          </a:p>
        </p:txBody>
      </p:sp>
      <p:pic>
        <p:nvPicPr>
          <p:cNvPr id="9" name="Image 1" descr="/home/claude/inacap_clases/assets/log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¿Dónde estábamos parados?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clase anterior crearon el proyecto miempresa2 y la app portfolio: registraron la app, armaron una plantilla base y una vista que devolvía siempre el mismo HTML fijo, enlazada a una URL.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Lo que ya funciona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miempresa2 + app portfolio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portfolio_base.html y home.html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views.py con función portfolio_home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urls.py enrutando la home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26280" y="2286000"/>
            <a:ext cx="0" cy="2377440"/>
          </a:xfrm>
          <a:prstGeom prst="line">
            <a:avLst/>
          </a:prstGeom>
          <a:noFill/>
          <a:ln w="12700">
            <a:solidFill>
              <a:srgbClr val="D4020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Lo que falta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0" y="265176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siempre muestra lo mismo, sin datos variables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 de navegar a otra página con info distinta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URLs de los links están "a mano", no generadas por Django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De HttpResponse a render() con contexto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ahora devolvimos texto plano con HttpResponse(). Para enviar datos dinámicos a una plantilla, usamos render(), que recibe el request, la plantilla y un diccionario de contexto.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57200" y="1965960"/>
            <a:ext cx="82296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2075688"/>
            <a:ext cx="795528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django.shortcuts import render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portfolio_home(request):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contexto =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'nombre': 'Franco Morales',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'profesion': 'Desarrollador Full Stack',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'anios_experiencia': 8,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render(request, 'home.html', contexto)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Usar las variables en la plantilla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clave del diccionario queda disponible en el template con la sintaxis {{ variable }}. Django reemplaza esa marca por el valor al momento de renderizar.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8229600" cy="31089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938528"/>
            <a:ext cx="7955280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home.html --&gt;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"portfolio_base.html" %}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block content %}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&lt;h1&gt;Hola, soy {{ nombre }}&lt;/h1&gt;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&lt;p&gt;{{ profesion }} con {{ anios_experiencia }} años de experiencia.&lt;/p&gt;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endblock %}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Rutas dinámicas: path converters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URL también puede recibir un parámetro variable. Django lo captura desde la ruta y se lo entrega a la vista como argumento.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57200" y="1783080"/>
            <a:ext cx="8229600" cy="30175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892808"/>
            <a:ext cx="7955280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urls.py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django.urls import path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portfolio import views as portfolio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urlpatterns = [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path('', portfolio.portfolio_home, name='home'),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path('proyecto/&lt;int:id&gt;/', portfolio.detalle_proyecto, name='detalle_proyecto'),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La vista recibe el parámetro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del parámetro en la URL (&lt;int:id&gt;) debe coincidir con el nombre del argumento en la función de la vista.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57200" y="1783080"/>
            <a:ext cx="8229600" cy="30175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892808"/>
            <a:ext cx="7955280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views.py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django.shortcuts import render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detalle_proyecto(request, id):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contexto =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'id_proyecto': id,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'titulo': f'Proyecto N° {id}',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render(request, 'detalle_proyecto.html', contexto)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Links entre páginas con {% url %}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escribir la URL "a mano" en el href, usamos la etiqueta {% url %} con el name de la ruta. Si la URL cambia en el futuro, el link se sigue generando bien.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2121408"/>
            <a:ext cx="795528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home.html --&gt;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href="{% url 'home' %}"&gt;Inicio&lt;/a&gt;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href="{% url 'detalle_proyecto' id=1 %}"&gt;Proyecto 1&lt;/a&gt;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href="{% url 'detalle_proyecto' id=2 %}"&gt;Proyecto 2&lt;/a&gt;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Flujo completo de la navegación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2103120"/>
            <a:ext cx="1737360" cy="82296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1031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hace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el link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514600" y="2103120"/>
            <a:ext cx="1737360" cy="82296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14600" y="21031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urls.py resuelve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y el id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0" y="2103120"/>
            <a:ext cx="1737360" cy="82296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21031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views.py arma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29400" y="2103120"/>
            <a:ext cx="1737360" cy="82296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21031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muestra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194560" y="2514600"/>
            <a:ext cx="32004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13" name="Shape 10"/>
          <p:cNvSpPr/>
          <p:nvPr/>
        </p:nvSpPr>
        <p:spPr>
          <a:xfrm>
            <a:off x="4251960" y="2514600"/>
            <a:ext cx="32004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6309360" y="2514600"/>
            <a:ext cx="32004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arrow"/>
          </a:ln>
        </p:spPr>
      </p:sp>
      <p:sp>
        <p:nvSpPr>
          <p:cNvPr id="15" name="Text 12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template puede reutilizarse para cualquier id: lo único que cambia es lo que la vista pone en el contexto.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Actividad práctica guiada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FFF5F5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1430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Manos a la obra: página de detalle en el portfolio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" y="1600200"/>
            <a:ext cx="7955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En portfolio/views.py, crea la función detalle_proyecto(request, id) usando render() con un contexto que incluya al menos id y un texto descriptivo.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 portfolio/urls.py, agrega la ruta proyecto/&lt;int:id&gt;/ apuntando a esa vista, con name="detalle_proyecto".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Crea la plantilla detalle_proyecto.html (extiende de portfolio_base.html) que muestre las variables del contexto con {{ }}.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 home.html, agrega al menos dos links usando {% url 'detalle_proyecto' id=... %} hacia distintos proyectos.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Prueba navegando entre la home y los detalles: revisa que la URL y el contenido cambien según el id.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Resumen de la clase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Puntos clave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render(request, plantilla, contexto) permite enviar datos desde la vista al template usando un diccionario.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template, {{ variable }} muestra el valor de una clave del contexto.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rutas pueden capturar parámetros con path converters, ej: &lt;int:id&gt;, y Django los pasa como argumento a la vista.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{% url 'name' arg=valor %} genera el link correcto a partir del name de la ruta, sin hardcodear URLs.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 ya podemos tener varias páginas relacionadas y navegables, aunque todavía sin una base de datos real.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2026-08-17T12:33:30Z</dcterms:created>
  <dcterms:modified xsi:type="dcterms:W3CDTF">2026-08-17T12:33:30Z</dcterms:modified>
</cp:coreProperties>
</file>