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tmp/claude-0/work/ppt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4630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Registro, logout, mensajes y formularios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514600" y="33375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Clase 16 · Unidad 2 · Programación Back 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1460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Franco Morales</a:t>
            </a:r>
            <a:endParaRPr lang="en-US" sz="1200" dirty="0"/>
          </a:p>
        </p:txBody>
      </p:sp>
      <p:pic>
        <p:nvPicPr>
          <p:cNvPr id="9" name="Image 1" descr="/tmp/claude-0/work/ppt/assets/log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¿Qué le falta a nuestro sitio?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Hoy solo existe el superusuario. ¿Cómo consigue cuenta un visitante? ¿Y cómo sabe si su acción funcionó?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huecos: sin registro · sin avisos tras guardar · formularios crudos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Registro de usuarios: el flujo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554480"/>
            <a:ext cx="1463040" cy="82296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RegistroForm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77440" y="1554480"/>
            <a:ext cx="1463040" cy="82296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7744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(clean_email)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1463040" cy="82296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cifrada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1463040" cy="8229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+ mensaje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20240" y="1965960"/>
            <a:ext cx="457200" cy="0"/>
          </a:xfrm>
          <a:prstGeom prst="line">
            <a:avLst/>
          </a:prstGeom>
          <a:noFill/>
          <a:ln w="22225">
            <a:solidFill>
              <a:srgbClr val="444444"/>
            </a:solidFill>
            <a:prstDash val="solid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3840480" y="1965960"/>
            <a:ext cx="457200" cy="0"/>
          </a:xfrm>
          <a:prstGeom prst="line">
            <a:avLst/>
          </a:prstGeom>
          <a:noFill/>
          <a:ln w="22225">
            <a:solidFill>
              <a:srgbClr val="444444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5760720" y="1965960"/>
            <a:ext cx="457200" cy="0"/>
          </a:xfrm>
          <a:prstGeom prst="line">
            <a:avLst/>
          </a:prstGeom>
          <a:noFill/>
          <a:ln w="22225">
            <a:solidFill>
              <a:srgbClr val="444444"/>
            </a:solidFill>
            <a:prstDash val="solid"/>
            <a:tailEnd type="arrow"/>
          </a:ln>
        </p:spPr>
      </p:sp>
      <p:sp>
        <p:nvSpPr>
          <p:cNvPr id="15" name="Text 1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UserCreationForm ya trae usuario, contraseña y confirmación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agrega el correo con un campo propio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guarda la contraseña como hash, nunca en texto plano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login(request, user) abre la sesión del usuario recién creado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RegistroForm: extender lo que Django ya trae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0515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 import forms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django.contrib.auth.forms import UserCreationForm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django.contrib.auth.models import User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RegistroForm(UserCreationForm):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forms.EmailField(label='Correo electrónico')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Meta(UserCreationForm.Meta):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= User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fields = ('username', 'email')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clean_email(self):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email = self.cleaned_data['email'].lower()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User.objects.filter(email__iexact=email).exists():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forms.ValidationError(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'Ya existe una cuenta con ese correo.')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email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4206240"/>
            <a:ext cx="7223760" cy="41148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206240"/>
            <a:ext cx="7040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clean_&lt;campo&gt; se ejecuta solo dentro de is_valid(). Debe devolver el valor limpio.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Vista de registro, URL y template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views.py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57200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8016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registro(request):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request.method == 'POST':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= RegistroForm(request.POST)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form.is_valid():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user = form.save()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login(request, user)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messages.success(request,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f'Bienvenido, {user.username}.')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redirect('home')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= RegistroForm()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'registro.html',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{'form': form})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1208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urls.py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1234440"/>
            <a:ext cx="347472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path('registro/',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portfolio.registro,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name='registro'),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22402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patrón GET / POST de la Clase 12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registro.html extiende portfolio_base.html y usa {% csrf_token %}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registrar en ventana de incógnito y revisar el usuario en /admin/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Logout: un formulario POST, no un link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05840"/>
            <a:ext cx="448056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05156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user.is_authenticated %}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&lt;span&gt;Hola, {{ user.username }}&lt;/span&gt;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method="post"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action="{% url 'logout' %}"&gt;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csrf_token %}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type="submit"&gt;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Cerrar sesión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&lt;/form&gt;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else %}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href="{% url 'login' %}"&gt;Ingresar&lt;/a&gt;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href="{% url 'registro' %}"&gt;Registrarse&lt;/a&gt;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005840"/>
          <a:ext cx="3566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(GET)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(POST)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debería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es lo correcto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5.0+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de sesión oculto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Protegido con CSRF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0" y="3474720"/>
            <a:ext cx="3566160" cy="7315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21208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user está en todos los templates: Django la agrega sola (es request.user).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Mensajes flash: se muestran una sola vez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371600"/>
            <a:ext cx="1828800" cy="82296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guarda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messages.success()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468880" y="1371600"/>
            <a:ext cx="1828800" cy="82296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371600"/>
            <a:ext cx="1828800" cy="82296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siguiente página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1371600"/>
            <a:ext cx="1828800" cy="82296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y se borran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94560" y="1783080"/>
            <a:ext cx="274320" cy="0"/>
          </a:xfrm>
          <a:prstGeom prst="line">
            <a:avLst/>
          </a:prstGeom>
          <a:noFill/>
          <a:ln w="22225">
            <a:solidFill>
              <a:srgbClr val="444444"/>
            </a:solidFill>
            <a:prstDash val="solid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4297680" y="1783080"/>
            <a:ext cx="274320" cy="0"/>
          </a:xfrm>
          <a:prstGeom prst="line">
            <a:avLst/>
          </a:prstGeom>
          <a:noFill/>
          <a:ln w="22225">
            <a:solidFill>
              <a:srgbClr val="444444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6400800" y="1783080"/>
            <a:ext cx="274320" cy="0"/>
          </a:xfrm>
          <a:prstGeom prst="line">
            <a:avLst/>
          </a:prstGeom>
          <a:noFill/>
          <a:ln w="22225">
            <a:solidFill>
              <a:srgbClr val="444444"/>
            </a:solidFill>
            <a:prstDash val="solid"/>
            <a:tailEnd type="arrow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message.tags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messages.success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acción salió bien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messages.error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falló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messages.warning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messages.info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neutra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Mensajes: vista y template base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views.py (antes de cada redirect)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02336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messages.success(request,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'Proyecto creado correctamente.')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redirect('home')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messages.success(request,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'Proyecto actualizado.')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eliminar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messages.success(request,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f'Proyecto "{proyecto.titulo}" eliminado.')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portfolio_base.html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28016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messages %}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class="messages"&gt;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for message in messages %}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 class="{{ message.tags }}"&gt;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{{ message }}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endfor %}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3566160"/>
            <a:ext cx="4023360" cy="54864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recargar con F5 el mensaje no reaparece.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Personalizar formularios: qué herramienta usar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/ help_texts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 que ve el usuario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dibuja el campo (placeholder, rows, checkboxes)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error_messages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el texto de un error 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clean_&lt;campo&gt;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del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de validación propia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{% include %}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Reutilizar el dibujo del formulario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023360"/>
            <a:ext cx="7223760" cy="5029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4023360"/>
            <a:ext cx="7040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decide cómo se ve · clean_ decide qué se acepta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ProyectoForm personalizado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ProyectoForm(forms.ModelForm):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Meta: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= Proyecto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fields = ['titulo', 'descripcion', 'categoria', 'tecnologias']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labels = {'titulo': 'Título del proyecto',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'tecnologias': 'Tecnologías usadas'}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help_texts = {'titulo': 'Máximo 100 caracteres.'}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widgets =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'titulo': forms.TextInput(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attrs={'placeholder': 'Ej: Portfolio Django'}),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'descripcion': forms.Textarea(attrs={'rows': 4}),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'tecnologias': forms.CheckboxSelectMultiple(),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error_messages =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'titulo': {'required': 'El proyecto necesita un título.'}}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clean_titulo(self):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titulo = self.cleaned_data['titulo'].strip()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len(titulo) &lt; 5: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forms.ValidationError(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'El título debe tener al menos 5 caracteres.')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titulo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Dibujar el formulario campo a campo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_campos_formulario.html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57200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8016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field in form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class="campo"&gt;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field.label_tag }}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field }}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if field.help_text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&lt;small&gt;{{ field.help_text }}&lt;/small&gt;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endif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for error in field.errors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class="error"&gt;{{ error }}&lt;/p&gt;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endfor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1208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En cada formulario del sitio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1234440"/>
            <a:ext cx="347472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2801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 novalidate&gt;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csrf_token %}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include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"_campos_formulario.html" %}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&lt;button&gt;Guardar&lt;/button&gt;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28346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una vez y lo usan crear, registro y login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novalidate: los errores los muestra Django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 práctica: tu propia entidad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· 10 min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3 opciones a tu formulario: labels, help_texts, widgets o error_messages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UNA validación propia con clean_&lt;campo&gt; y pruébala con un dato inválido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mensajes flash a crear, editar y eliminar de tu entidad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{% include "_campos_formulario.html" %} en tu template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messages.error cuando el formulario no es válido · clase CSS con attrs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Resumen de la clase</a:t>
            </a:r>
            <a:endParaRPr lang="en-US" sz="2400" dirty="0"/>
          </a:p>
        </p:txBody>
      </p:sp>
      <p:pic>
        <p:nvPicPr>
          <p:cNvPr id="3" name="Image 0" descr="/tmp/claude-0/work/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UserCreationForm + email propio + login() tras guardar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visible en el menú; logout seguro con formulario POST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flash para confirmar cada acción del CRUD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Formularios: Meta para el aspecto, clean_&lt;campo&gt; para las reglas, include para reutilizar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3657600"/>
            <a:ext cx="7223760" cy="64008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657600"/>
            <a:ext cx="7040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propiedad y permisos (cada proyecto tiene dueño) y cuenta de usuario.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4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¿Preguntas?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Back End (TI3041) · Clase 16</a:t>
            </a:r>
            <a:endParaRPr lang="en-US" sz="1600" dirty="0"/>
          </a:p>
        </p:txBody>
      </p:sp>
      <p:pic>
        <p:nvPicPr>
          <p:cNvPr id="4" name="Image 0" descr="/tmp/claude-0/work/ppt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480560"/>
            <a:ext cx="1554480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2026-10-05T11:09:19Z</dcterms:created>
  <dcterms:modified xsi:type="dcterms:W3CDTF">2026-10-05T11:09:19Z</dcterms:modified>
</cp:coreProperties>
</file>