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274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TECNOLOGÍAS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INFORMACIÓN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CIBERSEGURIDAD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7160" y="1051560"/>
            <a:ext cx="16459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pic>
        <p:nvPicPr>
          <p:cNvPr id="5" name="Image 0" descr="/tmp/ppt8/asse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88720"/>
            <a:ext cx="1554480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17373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Conexión a la base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de datos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514600" y="32461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TI3041 · Programación Back End  ·  Unidad 2 · Clase 8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514600" y="36576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MySQL en settings.py — motor y credenciales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51460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Franco Morales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De la Unidad 1 a la Unidad 2</a:t>
            </a:r>
            <a:endParaRPr lang="en-US" sz="2400" dirty="0"/>
          </a:p>
        </p:txBody>
      </p:sp>
      <p:pic>
        <p:nvPicPr>
          <p:cNvPr id="3" name="Image 0" descr="/tmp/ppt8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Unidad 1: datos "de mentira"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65760" y="146304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Python propia (modelos_estaticos.py)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instancias escrita a mano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todo al reiniciar el servidor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puede editarla sin tocar código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0" y="1097280"/>
            <a:ext cx="0" cy="2743200"/>
          </a:xfrm>
          <a:prstGeom prst="line">
            <a:avLst/>
          </a:prstGeom>
          <a:noFill/>
          <a:ln w="12700">
            <a:solidFill>
              <a:srgbClr val="D4020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Unidad 2: datos reales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54880" y="146304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MySQL persistente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habla con ella a través del framework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solo la conexión (sin modelos aún)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clases: models.Model + migraciones + Admin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clave:  </a:t>
            </a:r>
            <a:pPr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lo que hicimos a mano, ahora se lo entregamos a una base de datos real."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Paso 1 · Crear la base de datos</a:t>
            </a:r>
            <a:endParaRPr lang="en-US" sz="2400" dirty="0"/>
          </a:p>
        </p:txBody>
      </p:sp>
      <p:pic>
        <p:nvPicPr>
          <p:cNvPr id="3" name="Image 0" descr="/tmp/ppt8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320040" cy="3200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60120" y="10058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MySQL Workbench (o consola mysql):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55448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miempresa2_db CHARACTER SET utf8mb4;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6517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utf8mb4 evita problemas con tildes y caracteres especiales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nombre de la base es independiente del nombre del proyecto Django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Checkpoint: la base aparece vacía (sin tablas) en el panel de esquemas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Paso 2 · Instalar el driver de conexión</a:t>
            </a:r>
            <a:endParaRPr lang="en-US" sz="2400" dirty="0"/>
          </a:p>
        </p:txBody>
      </p:sp>
      <p:pic>
        <p:nvPicPr>
          <p:cNvPr id="3" name="Image 0" descr="/tmp/ppt8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320040" cy="3200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60120" y="10058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no habla con MySQL directamente: necesita un driver Python.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Opción recomendada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3931920" cy="502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920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mysqlclient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0" y="1600200"/>
            <a:ext cx="0" cy="2651760"/>
          </a:xfrm>
          <a:prstGeom prst="line">
            <a:avLst/>
          </a:prstGeom>
          <a:noFill/>
          <a:ln w="12700">
            <a:solidFill>
              <a:srgbClr val="D402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Si falla (Windows/Mac sin compilador)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54880" y="1920240"/>
            <a:ext cx="3931920" cy="502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1920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pymysql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754880" y="2514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en __init__.py del proyecto: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2788920"/>
            <a:ext cx="3931920" cy="6858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27889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pymysql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pymysql.install_as_MySQLdb()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40233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compatibilidad: Django "cree" que usa mysqlclient, aunque por debajo use pymysql.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Paso 3 · Configurar DATABASES en settings.py</a:t>
            </a:r>
            <a:endParaRPr lang="en-US" sz="2400" dirty="0"/>
          </a:p>
        </p:txBody>
      </p:sp>
      <p:pic>
        <p:nvPicPr>
          <p:cNvPr id="3" name="Image 0" descr="/tmp/ppt8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6012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5555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Antes (SQLite, por defecto)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3931920" cy="11887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3716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DATABASES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'default':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'ENGINE': 'django.db.backends.sqlite3',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'NAME': BASE_DIR / 'db.sqlite3',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Ahora (MySQL)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54880" y="1325880"/>
            <a:ext cx="3931920" cy="17373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3716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DATABASES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'default':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'ENGINE': 'django.db.backends.mysql',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'NAME': 'miempresa2_db',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'USER': 'root',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'PASSWORD': '****',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'HOST': 'localhost',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'PORT': '3306',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3246120"/>
            <a:ext cx="8229600" cy="128016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3337560"/>
            <a:ext cx="79552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seguridad: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proyecto real, USER/PASSWORD nunca se escriben directo en settings.py ni se suben a un repositorio — se usan variables de entorno. Por ahora, en clase, se escriben directo para simplificar.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¿Qué significa cada clave?</a:t>
            </a:r>
            <a:endParaRPr lang="en-US" sz="2400" dirty="0"/>
          </a:p>
        </p:txBody>
      </p:sp>
      <p:pic>
        <p:nvPicPr>
          <p:cNvPr id="3" name="Image 0" descr="/tmp/ppt8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representa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"traductor" que usa Django para hablar con este motor específico (MySQL, PostgreSQL, SQLite...)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nombre de la base de datos creada en el Paso 1 — debe coincidir exactamente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/ 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credenciales del usuario de MySQL configurado en el laboratorio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Dónde vive el servidor MySQL — "localhost" si corre en el mismo computador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puerto de MySQL — 3306 por defecto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Paso 4 · Probar la conexión</a:t>
            </a:r>
            <a:endParaRPr lang="en-US" sz="2400" dirty="0"/>
          </a:p>
        </p:txBody>
      </p:sp>
      <p:pic>
        <p:nvPicPr>
          <p:cNvPr id="3" name="Image 0" descr="/tmp/ppt8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51560"/>
            <a:ext cx="320040" cy="320040"/>
          </a:xfrm>
          <a:prstGeom prst="rect">
            <a:avLst/>
          </a:prstGeom>
          <a:solidFill>
            <a:srgbClr val="D40202"/>
          </a:solidFill>
          <a:ln w="12700">
            <a:solidFill>
              <a:srgbClr val="D4020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60120" y="10058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configuración lista, el primer comando que conversa con la BD: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5544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manage.py migrate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las tablas internas que Django necesita (usuarios, sesiones, permisos...)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Todavía NO son las tablas propias del proyecto — esas se ven la próxima clase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solidFill>
            <a:srgbClr val="FFF5F5"/>
          </a:solidFill>
          <a:ln w="9525">
            <a:solidFill>
              <a:srgbClr val="D4020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342900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40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principal de la clase: 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comando corre sin errores y en Workbench aparecen tablas nuevas (auth_user, django_session...) dentro de miempresa2_db, la conexión quedó bien configurada.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0202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Errores típicos a anticipar</a:t>
            </a:r>
            <a:endParaRPr lang="en-US" sz="2400" dirty="0"/>
          </a:p>
        </p:txBody>
      </p:sp>
      <p:pic>
        <p:nvPicPr>
          <p:cNvPr id="3" name="Image 0" descr="/tmp/ppt8/asset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4754880"/>
            <a:ext cx="1051560" cy="283464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probable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020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denied for user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o usuario mal escritos en settings.py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NAME no coincide con la base creada, o falta crearla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module named 'MySQLdb'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instalar mysqlclient/pymysql, o falta install_as_MySQLdb()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4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515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Django ya conversa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yriad Pro" pitchFamily="34" charset="0"/>
                <a:ea typeface="Myriad Pro" pitchFamily="34" charset="-122"/>
                <a:cs typeface="Myriad Pro" pitchFamily="34" charset="-120"/>
              </a:rPr>
              <a:t>con MySQL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...pero todavía sin ninguna tabla propia del proyecto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 (sesión 9): primer modelo real con models.Model,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makemigrations / migrate → Django crea la tabla en miempresa2_db</a:t>
            </a:r>
            <a:endParaRPr lang="en-US" sz="1500" dirty="0"/>
          </a:p>
        </p:txBody>
      </p:sp>
      <p:pic>
        <p:nvPicPr>
          <p:cNvPr id="5" name="Image 0" descr="/tmp/ppt8/assets/logo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480560"/>
            <a:ext cx="1554480" cy="4206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2026-08-31T02:45:02Z</dcterms:created>
  <dcterms:modified xsi:type="dcterms:W3CDTF">2026-08-31T02:45:02Z</dcterms:modified>
</cp:coreProperties>
</file>