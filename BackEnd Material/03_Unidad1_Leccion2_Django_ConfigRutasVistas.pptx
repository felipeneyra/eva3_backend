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66"/>
  </p:normalViewPr>
  <p:slideViewPr>
    <p:cSldViewPr snapToGrid="0" snapToObjects="1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o Morales Castro" userId="901a9890b20fa2a5" providerId="LiveId" clId="{4DFD8FF7-C866-5EFE-A171-16F8BE315D6C}"/>
    <pc:docChg chg="modSld">
      <pc:chgData name="Franco Morales Castro" userId="901a9890b20fa2a5" providerId="LiveId" clId="{4DFD8FF7-C866-5EFE-A171-16F8BE315D6C}" dt="2026-08-11T13:43:47.230" v="14" actId="14100"/>
      <pc:docMkLst>
        <pc:docMk/>
      </pc:docMkLst>
      <pc:sldChg chg="modSp mod">
        <pc:chgData name="Franco Morales Castro" userId="901a9890b20fa2a5" providerId="LiveId" clId="{4DFD8FF7-C866-5EFE-A171-16F8BE315D6C}" dt="2026-08-11T13:43:47.230" v="14" actId="14100"/>
        <pc:sldMkLst>
          <pc:docMk/>
          <pc:sldMk cId="0" sldId="260"/>
        </pc:sldMkLst>
        <pc:spChg chg="mod">
          <ac:chgData name="Franco Morales Castro" userId="901a9890b20fa2a5" providerId="LiveId" clId="{4DFD8FF7-C866-5EFE-A171-16F8BE315D6C}" dt="2026-08-11T11:51:20.495" v="0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Franco Morales Castro" userId="901a9890b20fa2a5" providerId="LiveId" clId="{4DFD8FF7-C866-5EFE-A171-16F8BE315D6C}" dt="2026-08-11T13:43:47.230" v="14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Franco Morales Castro" userId="901a9890b20fa2a5" providerId="LiveId" clId="{4DFD8FF7-C866-5EFE-A171-16F8BE315D6C}" dt="2026-08-11T11:51:28.301" v="11" actId="10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Franco Morales Castro" userId="901a9890b20fa2a5" providerId="LiveId" clId="{4DFD8FF7-C866-5EFE-A171-16F8BE315D6C}" dt="2026-08-11T11:51:28.301" v="11" actId="1036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17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/sessions/sharp-eloquent-noether/mnt/outputs/asse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17830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DJANGO: CONFIGURACIÓN,</a:t>
            </a:r>
            <a:endParaRPr lang="en-US" sz="3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RUTAS Y VISTAS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514600" y="32918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· Criterio 1.1.2 — Codifica instrucciones, estructuras y operadores, según requerimientos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46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</a:t>
            </a:r>
            <a:endParaRPr lang="en-US" sz="1200" dirty="0"/>
          </a:p>
        </p:txBody>
      </p:sp>
      <p:pic>
        <p:nvPicPr>
          <p:cNvPr id="10" name="Image 1" descr="/sessions/sharp-eloquent-noether/mnt/outputs/assets/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¿Dónde estábamos parados?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anterior vimos el patrón Modelo-Vista-Controlador (MVC) y cómo Django lo traduce a su propia estructura (MVT).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2468880" cy="1463040"/>
          </a:xfrm>
          <a:prstGeom prst="rect">
            <a:avLst/>
          </a:prstGeom>
          <a:solidFill>
            <a:srgbClr val="F2F2F2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864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MODELO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lógica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negocio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920240"/>
            <a:ext cx="2468880" cy="1463040"/>
          </a:xfrm>
          <a:prstGeom prst="rect">
            <a:avLst/>
          </a:prstGeom>
          <a:solidFill>
            <a:srgbClr val="F2F2F2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329184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VISTA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184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9184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 (HTML)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920240"/>
            <a:ext cx="2468880" cy="1463040"/>
          </a:xfrm>
          <a:prstGeom prst="rect">
            <a:avLst/>
          </a:prstGeom>
          <a:solidFill>
            <a:srgbClr val="D40202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03504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solicitud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coordina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views.py + urls.py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594360" y="37033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trabajamos el Controlador: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configura un proyecto Django, cómo se definen las rutas (urls.py) y cómo se codifican las vistas (views.py).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¿Qué es Django?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de Python "con las pilas incluidas": trae de fábrica enrutamiento, ORM, panel de administración, autenticación y seguridad, para no reinventar la rueda en cada proyecto.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283464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Escrito en Python
• Sigue el patrón MVT (Model-View-Template)
• Un proyecto puede tener varias apps
• Cada app se enfoca en un dominio del sitio
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480560" y="1005840"/>
            <a:ext cx="0" cy="356616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Proyecto vs. Aplicación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3192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46634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PROYECTO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(miempresa)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92040" y="2057400"/>
            <a:ext cx="1645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892040" y="2057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 portfolio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29400" y="205740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0202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629400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 (otra futura)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es el contenedor de configuración global (settings, urls raíz). Cada app resuelve una parte funcional del sitio y se registra dentro del proyecto.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Configuración del entorno de trabajo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347472" cy="347472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241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carpeta del proyecto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977640" y="996696"/>
            <a:ext cx="4709160" cy="4572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4069080" y="99669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miempresa &amp;&amp; cd miempresa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709928"/>
            <a:ext cx="347472" cy="347472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5720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168249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entorno virtual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77640" y="1655064"/>
            <a:ext cx="4709160" cy="4572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4069080" y="1655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env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368296"/>
            <a:ext cx="347472" cy="347472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5720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23408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el entorno virtual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977640" y="2313432"/>
            <a:ext cx="4709160" cy="4572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4069080" y="231343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env/bin/activate   (Linux/Mac)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.\env\Scripts\activate     (Windows)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026664"/>
            <a:ext cx="347472" cy="347472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4572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29992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Django dentro del entorno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977640" y="2971800"/>
            <a:ext cx="4709160" cy="4572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4069080" y="2971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django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594360" y="40233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activar el entorno </a:t>
            </a:r>
            <a:r>
              <a:rPr lang="en-US" sz="120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(env)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aparece al inicio del prompt: todo lo que se instale con pip queda aislado a este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Crear el proyecto y la aplicación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822960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594360" y="1161288"/>
            <a:ext cx="7955280" cy="1917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el proyecto Django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django-admin </a:t>
            </a:r>
            <a:r>
              <a:rPr lang="en-US" sz="14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startproject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miempresa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miempresa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una app dentro del proyecto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django-admin startapp portfolio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537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Estructura generada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5737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miempresa/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miempresa/   → settings.py, urls.py (configuración global)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portfolio/   → views.py, models.py (lógica de la app)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Configuración: settings.py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Django reconozca la app, debe registrarse en INSTALLED_APPS.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23317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94360" y="1481328"/>
            <a:ext cx="7955280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INSTALLED_APPS = [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'django.contrib.admin',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'django.contrib.auth',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'django.contrib.contenttypes',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'django.contrib.sessions',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'django.contrib.messages',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'django.contrib.staticfiles',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'portfolio',            # &lt;- nuestra app registrada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94360" y="3886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settings.py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panel de control del proyecto: apps instaladas, base de datos, archivos estáticos, idioma, zona horaria, etc.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Sistema de rutas: urls.py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 actúa como enrutador: conecta cada URL con la función de vista que debe responder.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94360" y="1481328"/>
            <a:ext cx="795528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django.contrib import admin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django.urls import path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portfolio import views as portfolio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urlpatterns = [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path('', portfolio.portfolio_home, name='home'),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path('about/', portfolio.portfolio_about, name='about'),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path('contact/', portfolio.portfolio_contact, name='contact'),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path('admin/', admin.site.urls),</a:t>
            </a:r>
            <a:endParaRPr lang="en-US" sz="13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path(ruta, vista, name)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qué URL dispara qué función.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Vistas: views.py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es una función de Python que recibe una petición (request) y devuelve una respuesta (response).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6060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94360" y="1435608"/>
            <a:ext cx="7955280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django.http import HttpResponse</a:t>
            </a: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portfolio_home(request):</a:t>
            </a: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HttpResponse("Home - Mi Portfolio")</a:t>
            </a: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portfolio_about(request):</a:t>
            </a: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HttpResponse("About - Sobre mí")</a:t>
            </a: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portfolio_contact(request):</a:t>
            </a:r>
            <a:endParaRPr lang="en-US" sz="11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HttpResponse("Contact - Contáctame")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94360" y="40233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usamos HttpResponse para devolver texto simple. Renderizar plantillas HTML (render + templates) lo veremos en la próxima clase.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Flujo completo de una petición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737360"/>
            <a:ext cx="1783080" cy="9144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36576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/about/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148840" y="2194560"/>
            <a:ext cx="182880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2331720" y="1737360"/>
            <a:ext cx="1783080" cy="9144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233172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coincidencia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0" y="2194560"/>
            <a:ext cx="182880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1783080" cy="9144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29768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 función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2194560"/>
            <a:ext cx="182880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6263640" y="1737360"/>
            <a:ext cx="1783080" cy="9144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263640" y="17373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HttpResponse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286000" y="3108960"/>
            <a:ext cx="4434840" cy="5486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2286000" y="31089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viaja de vuelta al navegador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94960" y="2651760"/>
            <a:ext cx="0" cy="45720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paso interviene un solo archivo: urls.py enruta, views.py responde. Esa separación es el corazón de la Configuración/Rutas/Vistas de Django.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 práctica guiada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5029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Manos a la obra: proyecto "miempresa" + app "portfolio"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5544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carpeta del proyecto, el entorno virtual y activarlo.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020824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0292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97510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Django e iniciar el proyecto miempresa y la app portfolio.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441448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50292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239572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"portfolio" en INSTALLED_APPS (settings.py).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2862072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50292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28163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en views.py tres funciones: portfolio_home, portfolio_about, portfolio_contact.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282696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50292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" y="323697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urls.py con las rutas '', 'about/' y 'contact/'.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3703320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50292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4400" y="36576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servidor con python manage.py runserver y probar cada ruta en el navegador.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Resumen de la clase</a:t>
            </a:r>
            <a:endParaRPr lang="en-US" sz="2400" dirty="0"/>
          </a:p>
        </p:txBody>
      </p:sp>
      <p:pic>
        <p:nvPicPr>
          <p:cNvPr id="3" name="Image 0" descr="/sessions/sharp-eloquent-noether/mnt/outputs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Puntos clave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Un proyecto Django agrupa una o más apps; el proyecto configura, la app resuelve.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 entorno virtual aísla las dependencias de cada proyecto (venv + pip install django).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settings.py registra las apps en INSTALLED_APPS y controla la configuración global.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urls.py enruta cada URL hacia la función de vista correspondiente (path()).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views.py contiene las funciones que reciben el request y devuelven una response.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 flujo siempre es: Usuario → urls.py → views.py → Respuesta.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402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¿Preguntas?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Configuración, Rutas y Vistas (TI3041)</a:t>
            </a:r>
            <a:endParaRPr lang="en-US" sz="1600" dirty="0"/>
          </a:p>
        </p:txBody>
      </p:sp>
      <p:pic>
        <p:nvPicPr>
          <p:cNvPr id="4" name="Image 0" descr="/sessions/sharp-eloquent-noether/mnt/outputs/asse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480560"/>
            <a:ext cx="1554480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</Words>
  <Application>Microsoft Macintosh PowerPoint</Application>
  <PresentationFormat>Presentación en pantalla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Myriad Pro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Franco Morales Castro</cp:lastModifiedBy>
  <cp:revision>1</cp:revision>
  <dcterms:created xsi:type="dcterms:W3CDTF">2026-08-11T02:03:38Z</dcterms:created>
  <dcterms:modified xsi:type="dcterms:W3CDTF">2026-08-11T13:43:50Z</dcterms:modified>
</cp:coreProperties>
</file>